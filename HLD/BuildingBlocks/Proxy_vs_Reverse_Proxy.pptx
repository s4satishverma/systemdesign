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03:22:29.1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9830,'0'0'0,"0"0"0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Proxy vs Reverse Proxy</a:t>
            </a:r>
            <a:r>
              <a:rPr lang="en-GB" dirty="0"/>
              <a:t>-</a:t>
            </a:r>
            <a:r>
              <a:rPr lang="en-GB" dirty="0"/>
              <a:t>-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Forwarding client requests vs managing requests to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Proxy (Forward Proxy)?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Sits between client and the internet</a:t>
            </a:r>
          </a:p>
          <a:p>
            <a:r>
              <a:rPr dirty="0"/>
              <a:t> Hides client identity from servers</a:t>
            </a:r>
          </a:p>
          <a:p>
            <a:r>
              <a:rPr dirty="0"/>
              <a:t> Client is aware of the proxy</a:t>
            </a:r>
          </a:p>
          <a:p>
            <a:r>
              <a:rPr dirty="0"/>
              <a:t> Used for security, filtering, caching</a:t>
            </a:r>
          </a:p>
          <a:p>
            <a:endParaRPr dirty="0"/>
          </a:p>
          <a:p>
            <a:r>
              <a:rPr dirty="0"/>
              <a:t>Example: Corporate network proxy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Forward Proxy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Forward Proxy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Internet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Proxy –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Client sends request to Proxy</a:t>
            </a:r>
          </a:p>
          <a:p>
            <a:pPr marL="0" indent="0">
              <a:buNone/>
            </a:pPr>
            <a:r>
              <a:rPr dirty="0"/>
              <a:t>2. Proxy forwards request to Server</a:t>
            </a:r>
          </a:p>
          <a:p>
            <a:pPr marL="0" indent="0">
              <a:buNone/>
            </a:pPr>
            <a:r>
              <a:rPr dirty="0"/>
              <a:t>3. Server responds to Proxy</a:t>
            </a:r>
          </a:p>
          <a:p>
            <a:pPr marL="0" indent="0">
              <a:buNone/>
            </a:pPr>
            <a:r>
              <a:rPr dirty="0"/>
              <a:t>4. Proxy returns response to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Reverse Proxy?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Sits between clients and backend servers</a:t>
            </a:r>
          </a:p>
          <a:p>
            <a:r>
              <a:rPr dirty="0"/>
              <a:t> Hides server identity from clients</a:t>
            </a:r>
          </a:p>
          <a:p>
            <a:r>
              <a:rPr dirty="0"/>
              <a:t> Client is NOT aware of backend servers</a:t>
            </a:r>
          </a:p>
          <a:p>
            <a:r>
              <a:rPr dirty="0"/>
              <a:t> Used for load balancing, security, SSL termination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 NGINX, AWS ALB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Reverse Proxy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Reverse Proxy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Backend 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Backend Server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Proxy –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Client sends request to Reverse Proxy</a:t>
            </a:r>
          </a:p>
          <a:p>
            <a:pPr marL="0" indent="0">
              <a:buNone/>
            </a:pPr>
            <a:r>
              <a:rPr dirty="0"/>
              <a:t>2. Reverse Proxy selects backend server</a:t>
            </a:r>
          </a:p>
          <a:p>
            <a:pPr marL="0" indent="0">
              <a:buNone/>
            </a:pPr>
            <a:r>
              <a:rPr dirty="0"/>
              <a:t>3. Server processes request</a:t>
            </a:r>
          </a:p>
          <a:p>
            <a:pPr marL="0" indent="0">
              <a:buNone/>
            </a:pPr>
            <a:r>
              <a:rPr dirty="0"/>
              <a:t>4. Reverse Proxy returns response to 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 vs Reverse Proxy – 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Forward Proxy:</a:t>
            </a:r>
          </a:p>
          <a:p>
            <a:r>
              <a:rPr dirty="0"/>
              <a:t> Protects clients</a:t>
            </a:r>
          </a:p>
          <a:p>
            <a:r>
              <a:rPr dirty="0"/>
              <a:t> Client-side usage</a:t>
            </a:r>
          </a:p>
          <a:p>
            <a:r>
              <a:rPr dirty="0"/>
              <a:t> Controls outbound traffic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Reverse Proxy:</a:t>
            </a:r>
          </a:p>
          <a:p>
            <a:r>
              <a:rPr dirty="0"/>
              <a:t> Protects servers</a:t>
            </a:r>
          </a:p>
          <a:p>
            <a:r>
              <a:rPr dirty="0"/>
              <a:t> Server-side usage</a:t>
            </a:r>
          </a:p>
          <a:p>
            <a:r>
              <a:rPr dirty="0"/>
              <a:t> Controls inbound traffic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Forward Proxy:</a:t>
            </a:r>
          </a:p>
          <a:p>
            <a:r>
              <a:rPr dirty="0"/>
              <a:t> Internet access control</a:t>
            </a:r>
          </a:p>
          <a:p>
            <a:r>
              <a:rPr dirty="0"/>
              <a:t> Anonymity</a:t>
            </a:r>
          </a:p>
          <a:p>
            <a:r>
              <a:rPr dirty="0"/>
              <a:t> Content filtering</a:t>
            </a:r>
          </a:p>
          <a:p>
            <a:endParaRPr dirty="0"/>
          </a:p>
          <a:p>
            <a:r>
              <a:rPr dirty="0"/>
              <a:t>Reverse Proxy:</a:t>
            </a:r>
          </a:p>
          <a:p>
            <a:r>
              <a:rPr dirty="0"/>
              <a:t> Load balancing</a:t>
            </a:r>
          </a:p>
          <a:p>
            <a:r>
              <a:rPr dirty="0"/>
              <a:t> API Gateway</a:t>
            </a:r>
          </a:p>
          <a:p>
            <a:r>
              <a:rPr dirty="0"/>
              <a:t> DDoS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Forward Proxy → Client-centric</a:t>
            </a:r>
          </a:p>
          <a:p>
            <a:r>
              <a:rPr dirty="0"/>
              <a:t>Reverse Proxy → Server-centric</a:t>
            </a:r>
          </a:p>
          <a:p>
            <a:pPr marL="0" indent="0">
              <a:buNone/>
            </a:pPr>
            <a:r>
              <a:rPr dirty="0"/>
              <a:t> Reverse proxies are critical for scalability</a:t>
            </a:r>
          </a:p>
          <a:p>
            <a:pPr marL="0" indent="0">
              <a:buNone/>
            </a:pPr>
            <a:r>
              <a:rPr dirty="0"/>
              <a:t> Common in microservices &amp; cloud architecture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C1CD45-9AB9-7BB0-294C-9C02C2D8C909}"/>
                  </a:ext>
                </a:extLst>
              </p14:cNvPr>
              <p14:cNvContentPartPr/>
              <p14:nvPr/>
            </p14:nvContentPartPr>
            <p14:xfrm>
              <a:off x="-1051776" y="1572696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C1CD45-9AB9-7BB0-294C-9C02C2D8C9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69776" y="155469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266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Proxy vs Reverse Proxy--</vt:lpstr>
      <vt:lpstr>What is a Proxy (Forward Proxy)?</vt:lpstr>
      <vt:lpstr>Forward Proxy </vt:lpstr>
      <vt:lpstr>Forward Proxy – Request Flow</vt:lpstr>
      <vt:lpstr>What is a Reverse Proxy?</vt:lpstr>
      <vt:lpstr>Reverse Proxy</vt:lpstr>
      <vt:lpstr>Reverse Proxy – Request Flow</vt:lpstr>
      <vt:lpstr>Proxy vs Reverse Proxy – Key Differences</vt:lpstr>
      <vt:lpstr>Common Use Cases</vt:lpstr>
      <vt:lpstr>System Design Perspective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satish verma</cp:lastModifiedBy>
  <cp:revision>4</cp:revision>
  <dcterms:created xsi:type="dcterms:W3CDTF">2013-01-27T09:14:16Z</dcterms:created>
  <dcterms:modified xsi:type="dcterms:W3CDTF">2025-12-29T03:22:32Z</dcterms:modified>
  <cp:category/>
</cp:coreProperties>
</file>